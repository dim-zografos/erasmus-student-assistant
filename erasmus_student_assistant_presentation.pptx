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2:56.013"/>
    </inkml:context>
    <inkml:brush xml:id="br0">
      <inkml:brushProperty name="width" value="0.035" units="cm"/>
      <inkml:brushProperty name="height" value="0.035" units="cm"/>
      <inkml:brushProperty name="color" value="#000066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3449E-EF1E-4B89-A434-AF7A308273E2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7C8B0-E7B7-4314-A2E2-2B80396C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1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46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15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2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9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72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5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7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12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66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8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30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62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98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12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07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17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6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46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3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3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57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7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69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C8B0-E7B7-4314-A2E2-2B80396CFF8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9364-7AF9-745E-5A9C-C21F7645E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845B-FBD1-3912-A70D-38CE98F14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7742-0529-467F-97F6-E7656C23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1280-1F0A-33D3-EF4E-26B9A76D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4B40C-1179-B9AE-D4A9-F817A1C9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7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50E2-E7CC-F21A-071B-B241C1E9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6685-A453-1E15-295D-6FBA1B32D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1B69B-B339-C534-6EC3-BC67B6FF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21719-2F6C-13A3-9284-3428BB7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A782D-E658-73BA-5F76-14FB0D4C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ECC5-00D7-55B0-EFBE-8302640E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EF949-7ADA-316B-2E14-6795ADB45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029F6-34E5-16E2-0407-72B2EB84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C77BD-2C01-91CB-A807-9C9F63B3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37A0-D61B-95BB-E9CA-3CDB6FCF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1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62CB-3A16-9330-FB64-949D7383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DC25-C1C7-22D3-AFFD-C355D80BD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822BC-ABD8-11E7-F803-F331EC5B3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C280C-7AE7-8700-74B6-3D7539AB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32237-220C-711E-62C3-B4525CD1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68E5E-DDA0-94B0-F9AA-37C80E45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1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586F-D947-9EAD-A1DB-ADD7D372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45C42-97CA-70FC-4833-DD5AD0D4B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8F846-40C7-CA7F-8630-E6F404AE8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ED203-B0DD-3540-9448-42E98675A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F7363-5555-A0A9-68A9-129589B07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D5540-4204-6B46-1F43-F4612416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978A5-DB42-3997-9197-B93034B7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113DC-7084-A619-FCEC-9DBCE289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6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4337-A174-3AB7-A360-2F4D565C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0A248-290D-64D3-E4F6-CB09A7E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71A41-C2FD-028B-0A0F-A0507E4E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4FB4B-25D5-A6F5-8E0E-16F9721F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9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D09BB-25A7-A5CA-28E9-E082F07B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031E8-E1EF-23E7-7119-928A1D24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01F75-6769-FD03-0E27-518F344B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6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ABBA-548A-2F45-E915-5639A983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D6DA-9E44-588A-61C3-875B2A139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D6FED-343C-468F-94EE-3283B27D4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9D006-C5DD-79AD-5A96-BA3728BF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BA93-BB9A-F16F-FF20-9476D7F8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D57F0-30A4-39A7-7463-AF6353F0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4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BEFA2-0CDC-175A-57B7-D6BFD0A3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50FA9-1D54-0D3B-6468-CD59C9DD1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EDB82-340E-7BFD-86BA-73B61A76D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5404D-DADA-FEBB-A55F-5C85A9F0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336CB-835E-59A1-2B8B-0295C2A5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3B9A6-0D32-7D37-B52F-DB9F7E9C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2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1EBB-6195-E040-03BE-54329D3C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BEE52-2EF6-E7C4-D2C1-ABC616D8A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A014-B280-D666-6CE1-8CBD5511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658E0-3B7E-1763-3AD1-8D5178DE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9F0C9-A4B8-EA50-30C1-162EF89B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1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998D99-35F3-4B13-8203-C8631F431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06A85-0BD3-74AF-35EA-3A964B0A3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AEE05-AE68-9BBB-DA46-B1507A65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3DC71-F3F5-326D-FD15-19D7868D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2607-AF39-E68D-B266-A1298D6B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4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F809C-67EC-6930-31DC-B2D8EC0A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23A57-1291-1F92-15D0-836826834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16FE-1FE1-392E-5843-5E74114E0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38BBA-FE15-4322-AD9F-B7431ACE7F0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B57-1890-3457-871A-BA2D1B382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C989-D4BB-DFC5-0674-58B7E8DD4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12FCD-8CC1-4114-AA11-7AA972ACC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E0A3-B1DE-09A5-4D44-9DC8C454C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E8A9C-3EB9-2B61-6904-47A2973C6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E2930-1031-EAB6-5EF7-E6A406FDB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6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9380E4-05DA-7436-BF4D-7E5589897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2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10D471-5D72-3EF1-D5A9-22FA40FBC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B2BB2DB-206E-4D57-5CE3-0055004CC174}"/>
                  </a:ext>
                </a:extLst>
              </p14:cNvPr>
              <p14:cNvContentPartPr/>
              <p14:nvPr/>
            </p14:nvContentPartPr>
            <p14:xfrm>
              <a:off x="932688" y="3447216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B2BB2DB-206E-4D57-5CE3-0055004CC1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6568" y="344109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992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BEC6-0573-154F-B5E9-DDF3069A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93D21-76F3-CC7F-26C9-EF381450D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4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060E-FE52-E0E7-6154-9B4B306D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09CD9D-CF94-72E7-5FB2-A47898FA4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4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C97D-0CD0-C0D3-EE4C-027639C4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E824C-12FB-53E2-FA8B-ADEC01EFB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5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281C-4596-4B9B-51BD-CCAEAE8F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39D0B-C93E-15BF-8E69-E80ED0753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99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49D2-121B-561E-4108-153C6798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7AF54-13E2-9078-0CAA-E521729DB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6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4865-47A9-0F86-CA34-27963B0A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F5E95-6059-ED29-D259-1979BE6D6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7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1D35-D699-0BDB-B47A-0E153ECC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E83C5-FCDC-62EF-5FF4-463BE8F34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6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8B348-6897-6C68-94A9-0CB0348E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AE5C7-1820-5CE4-B84B-DB70CBD08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07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B559-F6A0-EEC7-98E0-D0BC353E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E871F-0BA7-AC4F-4F04-E02A7FFEE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6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A37B-6EC5-FEDE-811C-349D3F00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CB1B7-94F3-8F89-5868-C83B27E92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1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8A67B-9D0D-74E8-13F6-25DA879B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AD70C-3709-5F36-5F38-A76763B9F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4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6B79-2870-B8D6-7BCB-15B3CE61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62C50-7359-AD7A-3C24-61986905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3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83A0-D751-DAF8-AA73-7BAB639A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6423A-A96F-9C23-F41D-26F17AD50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47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873F-14A8-A32B-170C-7E4131CC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FD6F85-01A0-791D-08C8-E21E4C3B9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07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7E37-EBA6-6988-2F3A-844886BF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2B7B6-50DF-6B7C-3991-5CA65766E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35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A3985-74A4-ABBF-661A-A9519D86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292E3-FA5C-F0A3-276A-688B22AB5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20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1852-A3C1-5749-B35B-AA339051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BC2F6-E754-E5AB-B291-827CB50AA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60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6227-F15B-60C5-7E15-5BF6AD09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68E78-BBE6-CB14-95B4-E44EB764A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08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A935-D9AE-F5C0-D91A-C820413C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7FF6C-4181-604C-4FE3-EFE7BA569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70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9CBA-0756-4076-FCAA-CE7401F7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C25BB-6BFA-25E4-BDCF-20F611E4E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40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29A5-8D73-6450-36DC-584DF780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C7DD2-6761-5EF4-8302-9738300D2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6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7178-2117-8814-C685-6D98FDDE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B8060-53AA-8A49-93F6-61F2AA04E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26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E610-C8EB-83D6-1E6F-45C253ED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24E02-D4CB-A72E-B47A-1CC7553F8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1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26</Words>
  <Application>Microsoft Office PowerPoint</Application>
  <PresentationFormat>Widescreen</PresentationFormat>
  <Paragraphs>26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ZOGRAFOS DIMITRIOS</dc:creator>
  <cp:lastModifiedBy>ZOGRAFOS DIMITRIOS</cp:lastModifiedBy>
  <cp:revision>4</cp:revision>
  <dcterms:created xsi:type="dcterms:W3CDTF">2026-06-24T13:10:01Z</dcterms:created>
  <dcterms:modified xsi:type="dcterms:W3CDTF">2026-06-26T10:59:39Z</dcterms:modified>
</cp:coreProperties>
</file>